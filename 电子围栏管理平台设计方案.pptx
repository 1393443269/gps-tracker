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封面页。平台定位：资产管理平台电子围栏模块完整设计方案。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目录：6大章节覆盖电子围栏从设计到实现的全链路。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四种类型。圆形和多边形是主力，路线缓冲和行政区按需扩展。注意圆形需后端 ST_Buffer 转多边形存储。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5种告警类型，核心原则是状态切换才触发，不是每条GPS都触发。边界抖动是最大风险。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三表分工：主表存围栏规则，绑定表存设备关联，告警日志存事件。Redis存实时状态是防抖核心。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前端4步：绘制→获取GeoJSON→后端入库→渲染图层。关键：圆形输出Point，需后端转Polygon。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8步处理流程。左侧：输入过滤与空间判断。右侧：状态比对→生成事件→写DB→推送。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三种防抖方案。实际推荐方案1（连续确认）+ 方案3（过滤精度差点位）组合使用。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两种部署模式。推荐模式A：服务端判断，无需改设备固件，立刻生效。模式B适合断网也需告警的高安全场景。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两个规模场景。小规模单节点PostGIS够用；大规模需消息队列+Redis GEO两级过滤。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Web平台5功能+4坑点合并一页。坐标系问题最隐蔽，全库扫描是最常见性能陷阱。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总结5条核心设计决策，4个后续开发步骤。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2296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资产管理平台 · 技术方案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电子围栏管理平台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完整设计方案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管理平台  ·  天地图 + MapLibre-GL JS  ·  PostgreSQL + PostGIS  ·  Redis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北斗定位设备上报点位 → 空间判断进出围栏 → 实时告警推送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  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围栏类型选型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 · 多边形 · 路线缓冲 · 行政区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23444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34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PostgreSQL+PostGIS + Redis 防抖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23444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3444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前端实现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MapLibre-GL Geoman 绘制 · 围栏渲染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97180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718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后端处理流程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GPS上报 → 判断 → 事件 → 告警推送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297180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9718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部署与性能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375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两种部署模式对比 · 规模参考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28346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971800"/>
            <a:ext cx="53035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29718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8076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Web平台功能 &amp; 坑点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8076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功能清单 · 四大常见坑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围栏类型选型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四种围栏类型，覆盖资产监控主要场景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207008"/>
            <a:ext cx="777240" cy="329184"/>
          </a:xfrm>
          <a:prstGeom prst="roundRect">
            <a:avLst>
              <a:gd name="adj" fmla="val 1944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最常用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17957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圆形围栏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" y="1655064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中心点经纬度 + 半径（米）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适合仓库、厂区、固定点位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后端存为 Polygon（ST_Buffer）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8032" y="1207008"/>
            <a:ext cx="777240" cy="329184"/>
          </a:xfrm>
          <a:prstGeom prst="roundRect">
            <a:avLst>
              <a:gd name="adj" fmla="val 19444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070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117957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多边形围栏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8032" y="1655064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自由绘制不规则区域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适合园区、工地、禁区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直接存 GeoJSON Polygon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172968"/>
            <a:ext cx="777240" cy="329184"/>
          </a:xfrm>
          <a:prstGeom prst="roundRect">
            <a:avLst>
              <a:gd name="adj" fmla="val 1944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1729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14553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路线缓冲围栏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" y="3621024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沿路线设置左右缓冲距离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用于路线偏离告警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ST_Buffer 路线几何体生成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3172968"/>
            <a:ext cx="777240" cy="329184"/>
          </a:xfrm>
          <a:prstGeom prst="roundRect">
            <a:avLst>
              <a:gd name="adj" fmla="val 194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1729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3145536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行政区围栏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28032" y="3621024"/>
            <a:ext cx="37673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调用天地图行政区边界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省/市/县级，无需手动描点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自动同步行政区划调整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告警触发规则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种告警类型 + 防重复触发核心机制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075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5214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进入围栏告警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设备从外部进入围栏范围触发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208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86537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离开围栏告警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157984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设备从围栏内部离开范围触发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23744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340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86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围栏内停留超时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871216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在围栏内滞留超过设定时间（分钟）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472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918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围栏内超速告警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5844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围栏区域内行驶速度超过限速值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48463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605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050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生效时间段配置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仅在指定时段和星期内生效判断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05156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188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16642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只在状态切换时触发告警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1488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 → 内：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触发一次【进入告警】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持续在内：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不重复告警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 → 外：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触发一次【离开告警】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40680" y="3474720"/>
            <a:ext cx="3383280" cy="1325880"/>
          </a:xfrm>
          <a:prstGeom prst="roundRect">
            <a:avLst>
              <a:gd name="adj" fmla="val 689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547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边界抖动风险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391363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误差导致边界处来回跳动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每次都告警 → 大量垃圾数据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需防抖机制（见后续章节）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PostGIS（三张表）+ Redis 状态缓存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834640" cy="3063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24128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99616"/>
            <a:ext cx="2834640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geo_fence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08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围栏主表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id, fence_name, fence_type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geom geometry + GIST 空间索引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radius（圆形半径/米）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alarm_enter / alarm_leave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alarm_dwell_timeout, speed_limit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valid_start/end, valid_weekdays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024128"/>
            <a:ext cx="2834640" cy="3063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24128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499616"/>
            <a:ext cx="283464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geo_fence_device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1408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围栏设备绑定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fence_id → geo_fence(id)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device_imei VARCHAR(64)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UNIQUE(fence_id, imei)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一围栏可绑多台设备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一设备可绑多个围栏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024128"/>
            <a:ext cx="2834640" cy="30632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1024128"/>
            <a:ext cx="2834640" cy="658368"/>
          </a:xfrm>
          <a:prstGeom prst="roundRect">
            <a:avLst>
              <a:gd name="adj" fmla="val 13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499616"/>
            <a:ext cx="28346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geo_fence_alarm_log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80760" y="1408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告警事件表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fence_id, device_imei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alarm_type (1进/2出/3滞/4速)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lng, lat, alarm_time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handle_status (0未/1已处理)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address, remark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86800" cy="777240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70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 状态防抖缓存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108960" y="42702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fence:state:{imei}:{fenceId} = inside / outside    |    fence:dwell:{imei}:{fenceId} = 进入时间戳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4617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状态只存 Redis，切换时才写告警日志，规则变更需清对应 key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前端实现方案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MapLibre-GL JS + @geoman-io/maplibre-gl-geoman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96696" y="1170432"/>
            <a:ext cx="548640" cy="5486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绘制围栏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startDraw("circle")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 startDraw("polygon")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用户在地图点击绘制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2359152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078992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17043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获取GeoJSON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32888" y="2286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getAllGeojson()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圆形→Point+radius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多边形→Polygon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359152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078992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170432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00016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后端入库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00016" y="2286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圆形 ST_Buffer 转 Polygon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多边形直接存 geom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 EPSG:4326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01968" y="2359152"/>
            <a:ext cx="173736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5704" y="1078992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117043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170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67144" y="1828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图层渲染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67144" y="22860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addSource + addLayer(fill)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禁区红 / 作业绿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点击围栏弹窗规则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8595360" cy="987552"/>
          </a:xfrm>
          <a:prstGeom prst="roundRect">
            <a:avLst>
              <a:gd name="adj" fmla="val 9259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重要：geoman circle 输出是 Point，不是 Polygon，前端不可直接渲染为围栏区域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正确做法：前端把 Point + radius 传给后端，后端执行 ST_Buffer(point::geography, radius)::geometry 生成多边形后入库；前端渲染时读后端返回的 Polygon。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后端处理流程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 GPS 上报 → 过滤 → 空间判断 → 状态比对 → 告警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52728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10642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 GPS 上报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538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IMEI、lng、lat、speed、hdop、timestamp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0824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21992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过滤无效点位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hdop &gt; 5 跳过；重复点位跳过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9008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1912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0449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查询绑定围栏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geo_fence_device WHERE imei=? AND enable=1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41605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空间判断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43616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ST_Contains(geom, ST_MakePoint(lng,lat))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2527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110642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 Redis 状态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14538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fence:state:{imei}:{fid} → inside/outside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020824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22199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94960" y="20756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生成告警事件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2423160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外→内：进入事件 | 内→外：离开事件 | 滞留：超时事件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990088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19125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94960" y="30449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写入告警日志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39242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geo_fence_alarm_log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959352"/>
            <a:ext cx="41605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4160520"/>
            <a:ext cx="457200" cy="4572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94960" y="401421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 Redis + 推送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94960" y="436168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fence:state:new | WebSocket 推送前端弹窗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434840" y="2423160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3392424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34840" y="4361688"/>
            <a:ext cx="2743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边界抖动问题与解决方案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误差导致边界处反复进出 → 必须防抖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问题：GPS 定位误差 5-30 米，设备在围栏边界时连续上报点位来回跳动（内→外→内），产生大量垃圾告警，严重影响使用体验。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724912" cy="30175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993392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933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42316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状态连续确认（推荐）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294436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 2-3 次上报状态一致，才更新 Redis 正式状态并触发告警；单次抖动忽略，不修改状态。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4133088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69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key：fence:cnt:{imei}:{fid}  记录连续计数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724912" cy="30175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993392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9933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42316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围栏缓冲区扩展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294436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围栏向外扩展 20-50 米缓冲带；设备在缓冲区内不触发进出事件，超出缓冲带才切换状态。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4133088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4169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ST_Buffer(geom, 30) 生成外扩判断边界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874520"/>
            <a:ext cx="2724912" cy="301752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0488" y="1993392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19933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0488" y="242316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过滤精度差点位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2944368"/>
            <a:ext cx="25054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 hdop &gt; 5（水平精度因子过大）时，直接跳过该点位的围栏判断，不更新任何状态。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133088"/>
            <a:ext cx="2542032" cy="621792"/>
          </a:xfrm>
          <a:prstGeom prst="roundRect">
            <a:avLst>
              <a:gd name="adj" fmla="val 1029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16966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NMEA 定位报文中 hdop 字段标识精度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部署模式对比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平台服务端判断（推荐）vs 终端本地判断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 A：平台服务端判断（推荐）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模式 B：终端本地判断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围栏逻辑位置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云端服务器计算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设备本地固件计算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是否需改设备固件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不需要，设备只管上报 GPS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需要，支持围栏 AT 指令下发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断网是否能告警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不能（依赖上报）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可以（本地计算）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规则修改生效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立刻生效，无需更新设备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需重新下发规则到设备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绝大多数资产管理平台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矿山、边境等高安全场景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硬件要求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 GPS 设备均可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设备须支持围栏下发功能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实施难度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低（后端开发即可）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高（固件+平台双端联调）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性能规模参考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从百台到万台的技术选型建议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几百 ～ 几千台设备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单节点 PostgreSQL + PostGIS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PostGIS + GIST 空间索引完全够用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788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同步 HTTP 接口即可，无需消息队列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单节点可处理上万 QPS 定位上报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Redis 单实例维护状态，实施简单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运维成本低，快速落地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4160520" cy="3749040"/>
          </a:xfrm>
          <a:prstGeom prst="roundRect">
            <a:avLst>
              <a:gd name="adj" fmla="val 3415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23444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34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上万台设备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分层过滤 + 消息队列架构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消息队列（Kafka/MQ）削峰缓冲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 GEO 粗过滤候选围栏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PostGIS 对候选围栏精确判断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7033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只查设备绑定围栏，不全库扫描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4160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 Cluster 横向扩展状态存储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平台功能 &amp; 常见坑点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五大功能模块 + 四个必须规避的设计陷阱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平台功能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824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8379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新增/编辑/删除围栏，绑定设备，启用禁用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591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49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地图可视化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围栏图层渲染，点击弹窗，颜色区分类型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35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告警中心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19125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实时弹窗，分页列表，处理标记，导出记录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7124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资产联动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8679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选中设备↔高亮关联围栏，批量绑定操作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4281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3891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轨迹回放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544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历史轨迹叠加围栏，查看历史越界时间点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常见坑点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153619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161848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1600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坑1 坐标系不统一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18928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混用 GCJ-02 火星坐标导致围栏偏移数十米 → 全链路统一 EPSG:4326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3774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45973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坑2 手写射线法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273405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自写判断代码有边界 bug、无空间索引 → 优先使用 PostGIS ST_Contains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218688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30098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2826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坑3 规则变更不清缓存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57530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修改/删除围栏后 Redis 旧状态残留 → 编辑时同步清理 fence:state:* key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59936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414223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41239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坑4 遍历全库围栏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441655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每次上报扫全表，万台时崩溃 → 只查该设备绑定的围栏集合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011680"/>
            <a:ext cx="5029200" cy="5029200"/>
          </a:xfrm>
          <a:prstGeom prst="ellipse">
            <a:avLst/>
          </a:prstGeom>
          <a:solidFill>
            <a:srgbClr val="1E3A8A">
              <a:alpha val="28000"/>
            </a:srgbClr>
          </a:solidFill>
          <a:ln w="12700">
            <a:solidFill>
              <a:srgbClr val="1E3A8A">
                <a:alpha val="2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总结与后续规划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17043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围栏类型：圆形 + 多边形为主，路线缓冲 / 行政区可选扩展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0136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6479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数据库：PostGIS + GIST 空间索引 + Redis 状态防抖，三层职责清晰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5915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告警机制：状态机切换触发，三方案组合防边界抖动，WebSocket 实时推送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5351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部署：平台服务端判断（推荐），通用设备即可接入，规则修改立刻生效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547872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性能：百台单节点足够；万台以上加消息队列 + Redis GEO 两级过滤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07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44074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前端 Geoman 组件接入  ② PostGIS 建库建索引  ③ 后端围栏判断逻辑  ④ WebSocket 告警推送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电子围栏管理平台设计方案</dc:title>
  <dc:subject>PptxGenJS Presentation</dc:subject>
  <dc:creator>PptxGenJS</dc:creator>
  <cp:lastModifiedBy>PptxGenJS</cp:lastModifiedBy>
  <cp:revision>1</cp:revision>
  <dcterms:created xsi:type="dcterms:W3CDTF">2026-08-20T01:05:05Z</dcterms:created>
  <dcterms:modified xsi:type="dcterms:W3CDTF">2026-08-20T01:05:05Z</dcterms:modified>
</cp:coreProperties>
</file>